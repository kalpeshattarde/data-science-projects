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Funding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Twarita Bahuudeshiy Samajik Sanstha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Organization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📋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F/43886/THANE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🏛️ Legal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Charitable Trust (Bombay Public Trusts Act, 1950)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📍 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83463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Kalyan, Maharashtra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761"/>
                </a:solidFill>
              </a:defRPr>
            </a:pPr>
            <a:r>
              <a:t>🎯 Focus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566159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Education, Medical Relief, Poverty Alleviation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Financial Highlights (3-Year Track Record)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2011680" cy="228600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</a:defRPr>
            </a:pPr>
            <a:r>
              <a:t>₹17,24,380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Total 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Over 3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011680" cy="228600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</a:defRPr>
            </a:pPr>
            <a:r>
              <a:t>₹6,30,440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Charitable Expenditure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Community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2011680" cy="2286000"/>
          </a:xfrm>
          <a:prstGeom prst="round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761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</a:defRPr>
            </a:pPr>
            <a:r>
              <a:t>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3832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Audited statements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Income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Income 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2022-23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2023-24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2024-25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₹7,50,110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₹7,50,110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₹1,20,000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₹7,200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Interest/Others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Total Income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₹7,50,110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₹7,50,110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₹2,24,160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Expenditure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Expenditure 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2022-23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2023-24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2024-25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₹2,50,450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₹2,50,450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₹41,260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Professional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₹4,000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Charitable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₹3,67,520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₹1,31,460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₹1,31,460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t>Total Expenditure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₹7,50,110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₹6,21,970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₹2,24,160</a:t>
                      </a:r>
                    </a:p>
                  </a:txBody>
                  <a:tcPr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Charitable Impact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315200" cy="91440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Total Charitable Expenditure: ₹6,30,440 over 3 years</a:t>
            </a:r>
          </a:p>
          <a:p>
            <a:pPr algn="ctr">
              <a:defRPr sz="1600" b="1">
                <a:solidFill>
                  <a:srgbClr val="1E2761"/>
                </a:solidFill>
              </a:defRPr>
            </a:pPr>
            <a:r>
              <a:t>Direct Community Benefit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Religious and spiritual welfare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Educational support and scholarships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Medical relief and health camps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Poverty alleviation initiatives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Community development activities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Funding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5486400" cy="13716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5120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Total Funding Request: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₹13,00,000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Program Implementation: ₹5,00,000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Operational Expenses: ₹3,00,000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Educational Initiatives: ₹2,00,000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Medical Relief: ₹2,00,000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Infrastructure: ₹1,00,000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Expected Outcomes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743200" cy="1371600"/>
          </a:xfrm>
          <a:prstGeom prst="round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8346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Beneficiaries served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2743200" cy="1371600"/>
          </a:xfrm>
          <a:prstGeom prst="round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346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Students supported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40480"/>
            <a:ext cx="2743200" cy="1371600"/>
          </a:xfrm>
          <a:prstGeom prst="round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0233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300+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63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Medical camp beneficiaries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840480"/>
            <a:ext cx="2743200" cy="1371600"/>
          </a:xfrm>
          <a:prstGeom prst="roundRect">
            <a:avLst/>
          </a:prstGeom>
          <a:solidFill>
            <a:srgbClr val="CADCFC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6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2761"/>
                </a:solidFill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Families empowered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Financial Governance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Annual professional audits by Chartered Accountants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Full compliance with Bombay Public Trusts Act, 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Regular submission of statutory forms (10BB, ITR)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Transparent financial reporting and record-keeping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All funds utilized for charitable purposes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Zero legal or regulatory violations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029200"/>
            <a:ext cx="3657600" cy="731520"/>
          </a:xfrm>
          <a:prstGeom prst="roundRect">
            <a:avLst/>
          </a:prstGeom>
          <a:solidFill>
            <a:srgbClr val="DCF0DC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5166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00"/>
                </a:solidFill>
              </a:defRPr>
            </a:pPr>
            <a:r>
              <a:t>Audited by: Haresh Ahuja &amp; Associates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Together, we can create lasting community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Twarita Bahuudeshiy Samajik Sanstha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t>Kalyan, Maharashtra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t>Registration: F/43886/THANE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